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ec20ffe2bc74f6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30c5ad9943df44b6"/>
    <p:sldId id="257" r:id="Re8344926699f42d3"/>
    <p:sldId id="258" r:id="R95a6900daed24f37"/>
    <p:sldId id="259" r:id="R0d0a76db890e4fbe"/>
    <p:sldId id="260" r:id="Rf158d054a3804cde"/>
    <p:sldId id="261" r:id="Raa7816982cb540f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30c5ad9943df44b6" /><Relationship Type="http://schemas.openxmlformats.org/officeDocument/2006/relationships/slide" Target="/ppt/slides/slide2.xml" Id="Re8344926699f42d3" /><Relationship Type="http://schemas.openxmlformats.org/officeDocument/2006/relationships/slide" Target="/ppt/slides/slide3.xml" Id="R95a6900daed24f37" /><Relationship Type="http://schemas.openxmlformats.org/officeDocument/2006/relationships/slide" Target="/ppt/slides/slide4.xml" Id="R0d0a76db890e4fbe" /><Relationship Type="http://schemas.openxmlformats.org/officeDocument/2006/relationships/slide" Target="/ppt/slides/slide5.xml" Id="Rf158d054a3804cde" /><Relationship Type="http://schemas.openxmlformats.org/officeDocument/2006/relationships/slide" Target="/ppt/slides/slide6.xml" Id="Raa7816982cb540f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7d9e0e97084a4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3fd14bace49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1eadac7d83424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54e3485584b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36f725651d4efa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56360bc2e33402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3ab0d08f84c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addb9a54154b4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9011cd7914e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5456a8cfb45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1324b9de844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e48d089a143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A3632"/>
        </a:solidFill>
      </p:bgPr>
    </p:bg>
    <p:spTree>
      <p:nvGrpSpPr>
        <p:cNvPr id="1" name=""/>
        <p:cNvGrpSpPr/>
        <p:nvPr/>
      </p:nvGrpSpPr>
      <p:grpSpPr/>
      <p:sp>
        <p:nvSpPr>
          <p:cNvPr id="10000" name="TextBox 1"/>
          <p:cNvSpPr/>
          <p:nvPr/>
        </p:nvSpPr>
        <p:spPr>
          <a:xfrm xmlns:a="http://schemas.openxmlformats.org/drawingml/2006/main">
            <a:off x="0" y="540000"/>
            <a:ext cx="1219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1" name="TextBox 2"/>
          <p:cNvSpPr/>
          <p:nvPr/>
        </p:nvSpPr>
        <p:spPr>
          <a:xfrm xmlns:a="http://schemas.openxmlformats.org/drawingml/2006/main">
            <a:off x="1440000" y="1800000"/>
            <a:ext cx="936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5400" b="1">
                <a:solidFill>
                  <a:srgbClr val="F5F0EB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10002" name="TextBox 3"/>
          <p:cNvSpPr/>
          <p:nvPr/>
        </p:nvSpPr>
        <p:spPr>
          <a:xfrm xmlns:a="http://schemas.openxmlformats.org/drawingml/2006/main">
            <a:off x="1440000" y="3060000"/>
            <a:ext cx="93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800" spc="800">
                <a:solidFill>
                  <a:srgbClr val="C4A882"/>
                </a:solidFill>
                <a:latin typeface="Calibri"/>
                <a:ea typeface="Calibri"/>
              </a:rPr>
              <a:t>NewLife</a:t>
            </a:r>
          </a:p>
        </p:txBody>
      </p:sp>
      <p:sp>
        <p:nvSpPr>
          <p:cNvPr id="10003" name="TextBox 4"/>
          <p:cNvSpPr/>
          <p:nvPr/>
        </p:nvSpPr>
        <p:spPr>
          <a:xfrm xmlns:a="http://schemas.openxmlformats.org/drawingml/2006/main">
            <a:off x="1440000" y="4140000"/>
            <a:ext cx="93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>
                <a:solidFill>
                  <a:srgbClr val="A09888"/>
                </a:solidFill>
                <a:latin typeface="Microsoft JhengHei"/>
                <a:ea typeface="Microsoft JhengHei"/>
              </a:rPr>
              <a:t>簡報標題</a:t>
            </a:r>
          </a:p>
        </p:txBody>
      </p:sp>
      <p:sp>
        <p:nvSpPr>
          <p:cNvPr id="10004" name="TextBox 5"/>
          <p:cNvSpPr/>
          <p:nvPr/>
        </p:nvSpPr>
        <p:spPr>
          <a:xfrm xmlns:a="http://schemas.openxmlformats.org/drawingml/2006/main">
            <a:off x="1440000" y="5400000"/>
            <a:ext cx="936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>
                <a:solidFill>
                  <a:srgbClr val="8B7D6B"/>
                </a:solidFill>
                <a:latin typeface="Microsoft JhengHei"/>
                <a:ea typeface="Microsoft JhengHei"/>
              </a:rPr>
              <a:t>2026.04.08  |  報告人姓名</a:t>
            </a:r>
          </a:p>
        </p:txBody>
      </p:sp>
      <p:sp>
        <p:nvSpPr>
          <p:cNvPr id="10005" name="TextBox 6"/>
          <p:cNvSpPr/>
          <p:nvPr/>
        </p:nvSpPr>
        <p:spPr>
          <a:xfrm xmlns:a="http://schemas.openxmlformats.org/drawingml/2006/main">
            <a:off x="5580000" y="5040000"/>
            <a:ext cx="10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10006" name="TextBox 1"/>
          <p:cNvSpPr/>
          <p:nvPr/>
        </p:nvSpPr>
        <p:spPr>
          <a:xfrm xmlns:a="http://schemas.openxmlformats.org/drawingml/2006/main">
            <a:off x="0" y="0"/>
            <a:ext cx="36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07" name="TextBox 2"/>
          <p:cNvSpPr/>
          <p:nvPr/>
        </p:nvSpPr>
        <p:spPr>
          <a:xfrm xmlns:a="http://schemas.openxmlformats.org/drawingml/2006/main">
            <a:off x="900000" y="540000"/>
            <a:ext cx="432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3A3632"/>
                </a:solidFill>
                <a:latin typeface="Microsoft JhengHei"/>
                <a:ea typeface="Microsoft JhengHei"/>
              </a:rPr>
              <a:t>議程</a:t>
            </a:r>
          </a:p>
        </p:txBody>
      </p:sp>
      <p:sp>
        <p:nvSpPr>
          <p:cNvPr id="10008" name="TextBox 3"/>
          <p:cNvSpPr/>
          <p:nvPr/>
        </p:nvSpPr>
        <p:spPr>
          <a:xfrm xmlns:a="http://schemas.openxmlformats.org/drawingml/2006/main">
            <a:off x="900000" y="1368000"/>
            <a:ext cx="43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400" spc="400">
                <a:solidFill>
                  <a:srgbClr val="8B7D6B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10009" name="TextBox 4"/>
          <p:cNvSpPr/>
          <p:nvPr/>
        </p:nvSpPr>
        <p:spPr>
          <a:xfrm xmlns:a="http://schemas.openxmlformats.org/drawingml/2006/main">
            <a:off x="900000" y="1872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0" name="TextBox 5"/>
          <p:cNvSpPr/>
          <p:nvPr/>
        </p:nvSpPr>
        <p:spPr>
          <a:xfrm xmlns:a="http://schemas.openxmlformats.org/drawingml/2006/main">
            <a:off x="900000" y="2340000"/>
            <a:ext cx="10080000" cy="3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01    項目名稱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02    項目名稱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03    項目名稱</a:t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/>
            </a:r>
          </a:p>
          <a:p xmlns:a="http://schemas.openxmlformats.org/drawingml/2006/main">
            <a:pPr algn="l">
              <a:lnSpc>
                <a:spcPct val="150000"/>
              </a:lnSpc>
            </a:pPr>
            <a:r>
              <a:rPr lang="en-US" sz="1800">
                <a:solidFill>
                  <a:srgbClr val="3A3632"/>
                </a:solidFill>
                <a:latin typeface="Microsoft JhengHei"/>
                <a:ea typeface="Microsoft JhengHei"/>
              </a:rPr>
              <a:t>04    項目名稱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7D9B8A"/>
        </a:solidFill>
      </p:bgPr>
    </p:bg>
    <p:spTree>
      <p:nvGrpSpPr>
        <p:cNvPr id="1" name=""/>
        <p:cNvGrpSpPr/>
        <p:nvPr/>
      </p:nvGrpSpPr>
      <p:grpSpPr/>
      <p:sp>
        <p:nvSpPr>
          <p:cNvPr id="10011" name="TextBox 1"/>
          <p:cNvSpPr/>
          <p:nvPr/>
        </p:nvSpPr>
        <p:spPr>
          <a:xfrm xmlns:a="http://schemas.openxmlformats.org/drawingml/2006/main">
            <a:off x="1080000" y="1080000"/>
            <a:ext cx="2880000" cy="21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600" b="1">
                <a:solidFill>
                  <a:srgbClr val="F5F0EB"/>
                </a:solidFill>
                <a:latin typeface="Calibri"/>
                <a:ea typeface="Calibri"/>
              </a:rPr>
              <a:t>01</a:t>
            </a:r>
          </a:p>
        </p:txBody>
      </p:sp>
      <p:sp>
        <p:nvSpPr>
          <p:cNvPr id="10012" name="TextBox 2"/>
          <p:cNvSpPr/>
          <p:nvPr/>
        </p:nvSpPr>
        <p:spPr>
          <a:xfrm xmlns:a="http://schemas.openxmlformats.org/drawingml/2006/main">
            <a:off x="1080000" y="2880000"/>
            <a:ext cx="72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4000" b="1">
                <a:solidFill>
                  <a:srgbClr val="FFFFFF"/>
                </a:solidFill>
                <a:latin typeface="Microsoft JhengHei"/>
                <a:ea typeface="Microsoft JhengHei"/>
              </a:rPr>
              <a:t>段落標題</a:t>
            </a:r>
          </a:p>
        </p:txBody>
      </p:sp>
      <p:sp>
        <p:nvSpPr>
          <p:cNvPr id="10013" name="TextBox 3"/>
          <p:cNvSpPr/>
          <p:nvPr/>
        </p:nvSpPr>
        <p:spPr>
          <a:xfrm xmlns:a="http://schemas.openxmlformats.org/drawingml/2006/main">
            <a:off x="1080000" y="3960000"/>
            <a:ext cx="72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spc="300">
                <a:solidFill>
                  <a:srgbClr val="D4CBC0"/>
                </a:solidFill>
                <a:latin typeface="Calibri"/>
                <a:ea typeface="Calibri"/>
              </a:rPr>
              <a:t>Section Title</a:t>
            </a:r>
          </a:p>
        </p:txBody>
      </p:sp>
      <p:sp>
        <p:nvSpPr>
          <p:cNvPr id="10014" name="TextBox 4"/>
          <p:cNvSpPr/>
          <p:nvPr/>
        </p:nvSpPr>
        <p:spPr>
          <a:xfrm xmlns:a="http://schemas.openxmlformats.org/drawingml/2006/main">
            <a:off x="1080000" y="5040000"/>
            <a:ext cx="108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10015" name="TextBox 1"/>
          <p:cNvSpPr/>
          <p:nvPr/>
        </p:nvSpPr>
        <p:spPr>
          <a:xfrm xmlns:a="http://schemas.openxmlformats.org/drawingml/2006/main">
            <a:off x="0" y="0"/>
            <a:ext cx="121932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6" name="TextBox 2"/>
          <p:cNvSpPr/>
          <p:nvPr/>
        </p:nvSpPr>
        <p:spPr>
          <a:xfrm xmlns:a="http://schemas.openxmlformats.org/drawingml/2006/main">
            <a:off x="720000" y="18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Microsoft JhengHei"/>
                <a:ea typeface="Microsoft JhengHei"/>
              </a:rPr>
              <a:t>頁面標題</a:t>
            </a:r>
          </a:p>
        </p:txBody>
      </p:sp>
      <p:sp>
        <p:nvSpPr>
          <p:cNvPr id="10017" name="TextBox 3"/>
          <p:cNvSpPr/>
          <p:nvPr/>
        </p:nvSpPr>
        <p:spPr>
          <a:xfrm xmlns:a="http://schemas.openxmlformats.org/drawingml/2006/main">
            <a:off x="9720000" y="360000"/>
            <a:ext cx="1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C4A882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10018" name="TextBox 4"/>
          <p:cNvSpPr/>
          <p:nvPr/>
        </p:nvSpPr>
        <p:spPr>
          <a:xfrm xmlns:a="http://schemas.openxmlformats.org/drawingml/2006/main">
            <a:off x="720000" y="1260000"/>
            <a:ext cx="144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19" name="TextBox 5"/>
          <p:cNvSpPr/>
          <p:nvPr/>
        </p:nvSpPr>
        <p:spPr>
          <a:xfrm xmlns:a="http://schemas.openxmlformats.org/drawingml/2006/main">
            <a:off x="720000" y="1800000"/>
            <a:ext cx="10800000" cy="43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80000"/>
              </a:lnSpc>
            </a:pPr>
            <a:r>
              <a:rPr lang="en-US" sz="1600">
                <a:solidFill>
                  <a:srgbClr val="3A3632"/>
                </a:solidFill>
                <a:latin typeface="Microsoft JhengHei"/>
                <a:ea typeface="Microsoft JhengHei"/>
              </a:rPr>
              <a:t>在此輸入內容說明文字。新語生活致力於為每一個家庭帶來高品質的居家生活體驗。</a:t>
            </a:r>
          </a:p>
          <a:p xmlns:a="http://schemas.openxmlformats.org/drawingml/2006/main">
            <a:pPr algn="l">
              <a:lnSpc>
                <a:spcPct val="180000"/>
              </a:lnSpc>
            </a:pPr>
            <a:r>
              <a:rPr lang="en-US" sz="1600">
                <a:solidFill>
                  <a:srgbClr val="3A3632"/>
                </a:solidFill>
                <a:latin typeface="Microsoft JhengHei"/>
                <a:ea typeface="Microsoft JhengHei"/>
              </a:rPr>
              <a:t/>
            </a:r>
          </a:p>
          <a:p xmlns:a="http://schemas.openxmlformats.org/drawingml/2006/main">
            <a:pPr algn="l">
              <a:lnSpc>
                <a:spcPct val="180000"/>
              </a:lnSpc>
            </a:pPr>
            <a:r>
              <a:rPr lang="en-US" sz="1600">
                <a:solidFill>
                  <a:srgbClr val="3A3632"/>
                </a:solidFill>
                <a:latin typeface="Microsoft JhengHei"/>
                <a:ea typeface="Microsoft JhengHei"/>
              </a:rPr>
              <a:t>重點項目一</a:t>
            </a:r>
          </a:p>
          <a:p xmlns:a="http://schemas.openxmlformats.org/drawingml/2006/main">
            <a:pPr algn="l">
              <a:lnSpc>
                <a:spcPct val="180000"/>
              </a:lnSpc>
            </a:pPr>
            <a:r>
              <a:rPr lang="en-US" sz="1600">
                <a:solidFill>
                  <a:srgbClr val="3A3632"/>
                </a:solidFill>
                <a:latin typeface="Microsoft JhengHei"/>
                <a:ea typeface="Microsoft JhengHei"/>
              </a:rPr>
              <a:t>重點項目二</a:t>
            </a:r>
          </a:p>
          <a:p xmlns:a="http://schemas.openxmlformats.org/drawingml/2006/main">
            <a:pPr algn="l">
              <a:lnSpc>
                <a:spcPct val="180000"/>
              </a:lnSpc>
            </a:pPr>
            <a:r>
              <a:rPr lang="en-US" sz="1600">
                <a:solidFill>
                  <a:srgbClr val="3A3632"/>
                </a:solidFill>
                <a:latin typeface="Microsoft JhengHei"/>
                <a:ea typeface="Microsoft JhengHei"/>
              </a:rPr>
              <a:t>重點項目三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B"/>
        </a:solidFill>
      </p:bgPr>
    </p:bg>
    <p:spTree>
      <p:nvGrpSpPr>
        <p:cNvPr id="1" name=""/>
        <p:cNvGrpSpPr/>
        <p:nvPr/>
      </p:nvGrpSpPr>
      <p:grpSpPr/>
      <p:sp>
        <p:nvSpPr>
          <p:cNvPr id="10020" name="TextBox 1"/>
          <p:cNvSpPr/>
          <p:nvPr/>
        </p:nvSpPr>
        <p:spPr>
          <a:xfrm xmlns:a="http://schemas.openxmlformats.org/drawingml/2006/main">
            <a:off x="0" y="0"/>
            <a:ext cx="121932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7D6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1" name="TextBox 2"/>
          <p:cNvSpPr/>
          <p:nvPr/>
        </p:nvSpPr>
        <p:spPr>
          <a:xfrm xmlns:a="http://schemas.openxmlformats.org/drawingml/2006/main">
            <a:off x="720000" y="180000"/>
            <a:ext cx="9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800" b="1">
                <a:solidFill>
                  <a:srgbClr val="FFFFFF"/>
                </a:solidFill>
                <a:latin typeface="Microsoft JhengHei"/>
                <a:ea typeface="Microsoft JhengHei"/>
              </a:rPr>
              <a:t>比較分析</a:t>
            </a:r>
          </a:p>
        </p:txBody>
      </p:sp>
      <p:sp>
        <p:nvSpPr>
          <p:cNvPr id="10022" name="TextBox 3"/>
          <p:cNvSpPr/>
          <p:nvPr/>
        </p:nvSpPr>
        <p:spPr>
          <a:xfrm xmlns:a="http://schemas.openxmlformats.org/drawingml/2006/main">
            <a:off x="9720000" y="360000"/>
            <a:ext cx="1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/>
            <a:r>
              <a:rPr lang="en-US" sz="1000">
                <a:solidFill>
                  <a:srgbClr val="C4A882"/>
                </a:solidFill>
                <a:latin typeface="Microsoft JhengHei"/>
                <a:ea typeface="Microsoft JhengHei"/>
              </a:rPr>
              <a:t>新語生活</a:t>
            </a:r>
          </a:p>
        </p:txBody>
      </p:sp>
      <p:sp>
        <p:nvSpPr>
          <p:cNvPr id="10023" name="TextBox 4"/>
          <p:cNvSpPr/>
          <p:nvPr/>
        </p:nvSpPr>
        <p:spPr>
          <a:xfrm xmlns:a="http://schemas.openxmlformats.org/drawingml/2006/main">
            <a:off x="720000" y="1260000"/>
            <a:ext cx="1440000" cy="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4" name="TextBox 5"/>
          <p:cNvSpPr/>
          <p:nvPr/>
        </p:nvSpPr>
        <p:spPr>
          <a:xfrm xmlns:a="http://schemas.openxmlformats.org/drawingml/2006/main">
            <a:off x="720000" y="1800000"/>
            <a:ext cx="522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BE6"/>
          </a:solidFill>
          <a:ln xmlns:a="http://schemas.openxmlformats.org/drawingml/2006/main" w="6350">
            <a:solidFill>
              <a:srgbClr val="D4CB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5" name="TextBox 6"/>
          <p:cNvSpPr/>
          <p:nvPr/>
        </p:nvSpPr>
        <p:spPr>
          <a:xfrm xmlns:a="http://schemas.openxmlformats.org/drawingml/2006/main">
            <a:off x="1260000" y="2088000"/>
            <a:ext cx="41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3A3632"/>
                </a:solidFill>
                <a:latin typeface="Microsoft JhengHei"/>
                <a:ea typeface="Microsoft JhengHei"/>
              </a:rPr>
              <a:t>左欄標題</a:t>
            </a:r>
          </a:p>
        </p:txBody>
      </p:sp>
      <p:sp>
        <p:nvSpPr>
          <p:cNvPr id="10026" name="TextBox 7"/>
          <p:cNvSpPr/>
          <p:nvPr/>
        </p:nvSpPr>
        <p:spPr>
          <a:xfrm xmlns:a="http://schemas.openxmlformats.org/drawingml/2006/main">
            <a:off x="1260000" y="2808000"/>
            <a:ext cx="41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</a:pPr>
            <a:r>
              <a:rPr lang="en-US" sz="1400">
                <a:solidFill>
                  <a:srgbClr val="6B6560"/>
                </a:solidFill>
                <a:latin typeface="Microsoft JhengHei"/>
                <a:ea typeface="Microsoft JhengHei"/>
              </a:rPr>
              <a:t>在此輸入左欄的說明內容，可以放入產品特色或數據分析。</a:t>
            </a:r>
          </a:p>
        </p:txBody>
      </p:sp>
      <p:sp>
        <p:nvSpPr>
          <p:cNvPr id="10027" name="TextBox 8"/>
          <p:cNvSpPr/>
          <p:nvPr/>
        </p:nvSpPr>
        <p:spPr>
          <a:xfrm xmlns:a="http://schemas.openxmlformats.org/drawingml/2006/main">
            <a:off x="6300000" y="1800000"/>
            <a:ext cx="5220000" cy="432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EBE6"/>
          </a:solidFill>
          <a:ln xmlns:a="http://schemas.openxmlformats.org/drawingml/2006/main" w="6350">
            <a:solidFill>
              <a:srgbClr val="D4CBC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28" name="TextBox 9"/>
          <p:cNvSpPr/>
          <p:nvPr/>
        </p:nvSpPr>
        <p:spPr>
          <a:xfrm xmlns:a="http://schemas.openxmlformats.org/drawingml/2006/main">
            <a:off x="6840000" y="2088000"/>
            <a:ext cx="414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000" b="1">
                <a:solidFill>
                  <a:srgbClr val="3A3632"/>
                </a:solidFill>
                <a:latin typeface="Microsoft JhengHei"/>
                <a:ea typeface="Microsoft JhengHei"/>
              </a:rPr>
              <a:t>右欄標題</a:t>
            </a:r>
          </a:p>
        </p:txBody>
      </p:sp>
      <p:sp>
        <p:nvSpPr>
          <p:cNvPr id="10029" name="TextBox 10"/>
          <p:cNvSpPr/>
          <p:nvPr/>
        </p:nvSpPr>
        <p:spPr>
          <a:xfrm xmlns:a="http://schemas.openxmlformats.org/drawingml/2006/main">
            <a:off x="6840000" y="2808000"/>
            <a:ext cx="41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lnSpc>
                <a:spcPct val="170000"/>
              </a:lnSpc>
            </a:pPr>
            <a:r>
              <a:rPr lang="en-US" sz="1400">
                <a:solidFill>
                  <a:srgbClr val="6B6560"/>
                </a:solidFill>
                <a:latin typeface="Microsoft JhengHei"/>
                <a:ea typeface="Microsoft JhengHei"/>
              </a:rPr>
              <a:t>在此輸入右欄的說明內容，可以放入產品特色或數據分析。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3A3632"/>
        </a:solidFill>
      </p:bgPr>
    </p:bg>
    <p:spTree>
      <p:nvGrpSpPr>
        <p:cNvPr id="1" name=""/>
        <p:cNvGrpSpPr/>
        <p:nvPr/>
      </p:nvGrpSpPr>
      <p:grpSpPr/>
      <p:sp>
        <p:nvSpPr>
          <p:cNvPr id="10030" name="TextBox 1"/>
          <p:cNvSpPr/>
          <p:nvPr/>
        </p:nvSpPr>
        <p:spPr>
          <a:xfrm xmlns:a="http://schemas.openxmlformats.org/drawingml/2006/main">
            <a:off x="0" y="6264000"/>
            <a:ext cx="12193200" cy="5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1" name="TextBox 2"/>
          <p:cNvSpPr/>
          <p:nvPr/>
        </p:nvSpPr>
        <p:spPr>
          <a:xfrm xmlns:a="http://schemas.openxmlformats.org/drawingml/2006/main">
            <a:off x="1440000" y="1620000"/>
            <a:ext cx="936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4800" b="1">
                <a:solidFill>
                  <a:srgbClr val="F5F0EB"/>
                </a:solidFill>
                <a:latin typeface="Microsoft JhengHei"/>
                <a:ea typeface="Microsoft JhengHei"/>
              </a:rPr>
              <a:t>謝謝聆聽</a:t>
            </a:r>
          </a:p>
        </p:txBody>
      </p:sp>
      <p:sp>
        <p:nvSpPr>
          <p:cNvPr id="10032" name="TextBox 3"/>
          <p:cNvSpPr/>
          <p:nvPr/>
        </p:nvSpPr>
        <p:spPr>
          <a:xfrm xmlns:a="http://schemas.openxmlformats.org/drawingml/2006/main">
            <a:off x="1440000" y="2880000"/>
            <a:ext cx="936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200" spc="600">
                <a:solidFill>
                  <a:srgbClr val="C4A882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33" name="TextBox 4"/>
          <p:cNvSpPr/>
          <p:nvPr/>
        </p:nvSpPr>
        <p:spPr>
          <a:xfrm xmlns:a="http://schemas.openxmlformats.org/drawingml/2006/main">
            <a:off x="5580000" y="3780000"/>
            <a:ext cx="10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4A88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/>
            </a:r>
          </a:p>
        </p:txBody>
      </p:sp>
      <p:sp>
        <p:nvSpPr>
          <p:cNvPr id="10034" name="TextBox 5"/>
          <p:cNvSpPr/>
          <p:nvPr/>
        </p:nvSpPr>
        <p:spPr>
          <a:xfrm xmlns:a="http://schemas.openxmlformats.org/drawingml/2006/main">
            <a:off x="1440000" y="4320000"/>
            <a:ext cx="936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lnSpc>
                <a:spcPct val="180000"/>
              </a:lnSpc>
            </a:pPr>
            <a:r>
              <a:rPr lang="en-US" sz="1200">
                <a:solidFill>
                  <a:srgbClr val="8B7D6B"/>
                </a:solidFill>
                <a:latin typeface="Microsoft JhengHei"/>
                <a:ea typeface="Microsoft JhengHei"/>
              </a:rPr>
              <a:t>新語生活 NewLife</a:t>
            </a:r>
          </a:p>
          <a:p xmlns:a="http://schemas.openxmlformats.org/drawingml/2006/main">
            <a:pPr algn="ctr">
              <a:lnSpc>
                <a:spcPct val="180000"/>
              </a:lnSpc>
            </a:pPr>
            <a:r>
              <a:rPr lang="en-US" sz="1200">
                <a:solidFill>
                  <a:srgbClr val="8B7D6B"/>
                </a:solidFill>
                <a:latin typeface="Microsoft JhengHei"/>
                <a:ea typeface="Microsoft JhengHei"/>
              </a:rPr>
              <a:t>www.newlife.com.tw  |  service@newlife.com.tw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